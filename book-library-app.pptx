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5" r:id="rId7"/>
    <p:sldId id="266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915A1B-22AB-4272-B07C-5083B221D6EA}" v="1" dt="2026-02-20T19:11:51.1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57" d="100"/>
          <a:sy n="57" d="100"/>
        </p:scale>
        <p:origin x="5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Joseph" userId="7cea43a9251dcd8e" providerId="LiveId" clId="{D3C85AF4-81A2-47F7-A4EC-FA7E7049A27B}"/>
    <pc:docChg chg="undo custSel addSld modSld">
      <pc:chgData name="Sam Joseph" userId="7cea43a9251dcd8e" providerId="LiveId" clId="{D3C85AF4-81A2-47F7-A4EC-FA7E7049A27B}" dt="2026-02-21T18:34:44.791" v="317" actId="14826"/>
      <pc:docMkLst>
        <pc:docMk/>
      </pc:docMkLst>
      <pc:sldChg chg="addSp delSp modSp mod">
        <pc:chgData name="Sam Joseph" userId="7cea43a9251dcd8e" providerId="LiveId" clId="{D3C85AF4-81A2-47F7-A4EC-FA7E7049A27B}" dt="2026-02-20T19:11:46.550" v="77" actId="21"/>
        <pc:sldMkLst>
          <pc:docMk/>
          <pc:sldMk cId="419153067" sldId="261"/>
        </pc:sldMkLst>
        <pc:spChg chg="mod">
          <ac:chgData name="Sam Joseph" userId="7cea43a9251dcd8e" providerId="LiveId" clId="{D3C85AF4-81A2-47F7-A4EC-FA7E7049A27B}" dt="2026-02-20T18:49:14.433" v="66" actId="20577"/>
          <ac:spMkLst>
            <pc:docMk/>
            <pc:sldMk cId="419153067" sldId="261"/>
            <ac:spMk id="3" creationId="{E332BD4F-084F-B35C-87DD-82DB9B3C33F0}"/>
          </ac:spMkLst>
        </pc:spChg>
        <pc:picChg chg="add del mod">
          <ac:chgData name="Sam Joseph" userId="7cea43a9251dcd8e" providerId="LiveId" clId="{D3C85AF4-81A2-47F7-A4EC-FA7E7049A27B}" dt="2026-02-20T19:11:46.550" v="77" actId="21"/>
          <ac:picMkLst>
            <pc:docMk/>
            <pc:sldMk cId="419153067" sldId="261"/>
            <ac:picMk id="5" creationId="{0845B42E-43C0-1A4F-8755-8576EF92A635}"/>
          </ac:picMkLst>
        </pc:picChg>
      </pc:sldChg>
      <pc:sldChg chg="modSp mod modAnim">
        <pc:chgData name="Sam Joseph" userId="7cea43a9251dcd8e" providerId="LiveId" clId="{D3C85AF4-81A2-47F7-A4EC-FA7E7049A27B}" dt="2026-02-21T18:18:32.166" v="248" actId="14100"/>
        <pc:sldMkLst>
          <pc:docMk/>
          <pc:sldMk cId="3703115148" sldId="263"/>
        </pc:sldMkLst>
        <pc:spChg chg="mod">
          <ac:chgData name="Sam Joseph" userId="7cea43a9251dcd8e" providerId="LiveId" clId="{D3C85AF4-81A2-47F7-A4EC-FA7E7049A27B}" dt="2026-02-21T18:18:32.166" v="248" actId="14100"/>
          <ac:spMkLst>
            <pc:docMk/>
            <pc:sldMk cId="3703115148" sldId="263"/>
            <ac:spMk id="2" creationId="{C3E7FE49-AE2A-C3D5-C52E-34954E44794A}"/>
          </ac:spMkLst>
        </pc:spChg>
        <pc:spChg chg="mod">
          <ac:chgData name="Sam Joseph" userId="7cea43a9251dcd8e" providerId="LiveId" clId="{D3C85AF4-81A2-47F7-A4EC-FA7E7049A27B}" dt="2026-02-21T18:15:11.505" v="236" actId="20577"/>
          <ac:spMkLst>
            <pc:docMk/>
            <pc:sldMk cId="3703115148" sldId="263"/>
            <ac:spMk id="3" creationId="{C1236201-81EF-B5AD-2FA0-C6E7038CCE2B}"/>
          </ac:spMkLst>
        </pc:spChg>
      </pc:sldChg>
      <pc:sldChg chg="addSp delSp modSp new mod setBg">
        <pc:chgData name="Sam Joseph" userId="7cea43a9251dcd8e" providerId="LiveId" clId="{D3C85AF4-81A2-47F7-A4EC-FA7E7049A27B}" dt="2026-02-21T18:33:19.803" v="306" actId="26606"/>
        <pc:sldMkLst>
          <pc:docMk/>
          <pc:sldMk cId="770402223" sldId="265"/>
        </pc:sldMkLst>
        <pc:spChg chg="del mod">
          <ac:chgData name="Sam Joseph" userId="7cea43a9251dcd8e" providerId="LiveId" clId="{D3C85AF4-81A2-47F7-A4EC-FA7E7049A27B}" dt="2026-02-20T19:12:17.395" v="80" actId="478"/>
          <ac:spMkLst>
            <pc:docMk/>
            <pc:sldMk cId="770402223" sldId="265"/>
            <ac:spMk id="2" creationId="{B41C930F-5186-6A37-EF32-D9DFB17D1881}"/>
          </ac:spMkLst>
        </pc:spChg>
        <pc:spChg chg="del mod">
          <ac:chgData name="Sam Joseph" userId="7cea43a9251dcd8e" providerId="LiveId" clId="{D3C85AF4-81A2-47F7-A4EC-FA7E7049A27B}" dt="2026-02-20T19:12:38.278" v="83" actId="478"/>
          <ac:spMkLst>
            <pc:docMk/>
            <pc:sldMk cId="770402223" sldId="265"/>
            <ac:spMk id="3" creationId="{3DEBDF6F-9440-E977-4259-7A80CAD51D0C}"/>
          </ac:spMkLst>
        </pc:spChg>
        <pc:spChg chg="add mod ord">
          <ac:chgData name="Sam Joseph" userId="7cea43a9251dcd8e" providerId="LiveId" clId="{D3C85AF4-81A2-47F7-A4EC-FA7E7049A27B}" dt="2026-02-21T18:32:29.936" v="298" actId="1076"/>
          <ac:spMkLst>
            <pc:docMk/>
            <pc:sldMk cId="770402223" sldId="265"/>
            <ac:spMk id="4" creationId="{BB91C5FD-E3EC-909E-0D8E-C14DB29CA96D}"/>
          </ac:spMkLst>
        </pc:spChg>
        <pc:spChg chg="add del">
          <ac:chgData name="Sam Joseph" userId="7cea43a9251dcd8e" providerId="LiveId" clId="{D3C85AF4-81A2-47F7-A4EC-FA7E7049A27B}" dt="2026-02-21T18:30:29.356" v="291" actId="26606"/>
          <ac:spMkLst>
            <pc:docMk/>
            <pc:sldMk cId="770402223" sldId="265"/>
            <ac:spMk id="10" creationId="{E7F94237-0536-4DB1-8C95-39E355CED94B}"/>
          </ac:spMkLst>
        </pc:spChg>
        <pc:spChg chg="add del">
          <ac:chgData name="Sam Joseph" userId="7cea43a9251dcd8e" providerId="LiveId" clId="{D3C85AF4-81A2-47F7-A4EC-FA7E7049A27B}" dt="2026-02-21T18:30:29.356" v="291" actId="26606"/>
          <ac:spMkLst>
            <pc:docMk/>
            <pc:sldMk cId="770402223" sldId="265"/>
            <ac:spMk id="12" creationId="{1A3C89F8-0D2F-47FF-B903-151248265F47}"/>
          </ac:spMkLst>
        </pc:spChg>
        <pc:spChg chg="add del">
          <ac:chgData name="Sam Joseph" userId="7cea43a9251dcd8e" providerId="LiveId" clId="{D3C85AF4-81A2-47F7-A4EC-FA7E7049A27B}" dt="2026-02-21T18:30:29.356" v="291" actId="26606"/>
          <ac:spMkLst>
            <pc:docMk/>
            <pc:sldMk cId="770402223" sldId="265"/>
            <ac:spMk id="14" creationId="{C5CB530E-515E-412C-9DF1-5F8FFBD6F383}"/>
          </ac:spMkLst>
        </pc:spChg>
        <pc:spChg chg="add del">
          <ac:chgData name="Sam Joseph" userId="7cea43a9251dcd8e" providerId="LiveId" clId="{D3C85AF4-81A2-47F7-A4EC-FA7E7049A27B}" dt="2026-02-21T18:30:29.356" v="291" actId="26606"/>
          <ac:spMkLst>
            <pc:docMk/>
            <pc:sldMk cId="770402223" sldId="265"/>
            <ac:spMk id="16" creationId="{712D4376-A578-4FF1-94FC-245E7A6A489F}"/>
          </ac:spMkLst>
        </pc:spChg>
        <pc:spChg chg="add del">
          <ac:chgData name="Sam Joseph" userId="7cea43a9251dcd8e" providerId="LiveId" clId="{D3C85AF4-81A2-47F7-A4EC-FA7E7049A27B}" dt="2026-02-21T18:30:29.356" v="291" actId="26606"/>
          <ac:spMkLst>
            <pc:docMk/>
            <pc:sldMk cId="770402223" sldId="265"/>
            <ac:spMk id="18" creationId="{AEA7509D-F04F-40CB-A0B3-EEF16499CC9F}"/>
          </ac:spMkLst>
        </pc:spChg>
        <pc:spChg chg="add del">
          <ac:chgData name="Sam Joseph" userId="7cea43a9251dcd8e" providerId="LiveId" clId="{D3C85AF4-81A2-47F7-A4EC-FA7E7049A27B}" dt="2026-02-21T18:30:29.356" v="291" actId="26606"/>
          <ac:spMkLst>
            <pc:docMk/>
            <pc:sldMk cId="770402223" sldId="265"/>
            <ac:spMk id="22" creationId="{508BEF50-7B1E-49A4-BC19-5F4F1D755E64}"/>
          </ac:spMkLst>
        </pc:spChg>
        <pc:spChg chg="add del">
          <ac:chgData name="Sam Joseph" userId="7cea43a9251dcd8e" providerId="LiveId" clId="{D3C85AF4-81A2-47F7-A4EC-FA7E7049A27B}" dt="2026-02-21T18:30:29.356" v="291" actId="26606"/>
          <ac:spMkLst>
            <pc:docMk/>
            <pc:sldMk cId="770402223" sldId="265"/>
            <ac:spMk id="24" creationId="{3FBAD350-5664-4811-A208-657FB882D350}"/>
          </ac:spMkLst>
        </pc:spChg>
        <pc:spChg chg="add">
          <ac:chgData name="Sam Joseph" userId="7cea43a9251dcd8e" providerId="LiveId" clId="{D3C85AF4-81A2-47F7-A4EC-FA7E7049A27B}" dt="2026-02-20T19:11:58.375" v="79" actId="26606"/>
          <ac:spMkLst>
            <pc:docMk/>
            <pc:sldMk cId="770402223" sldId="265"/>
            <ac:spMk id="26" creationId="{C39ADB8F-D187-49D7-BDCF-C1B6DC727068}"/>
          </ac:spMkLst>
        </pc:spChg>
        <pc:spChg chg="add del">
          <ac:chgData name="Sam Joseph" userId="7cea43a9251dcd8e" providerId="LiveId" clId="{D3C85AF4-81A2-47F7-A4EC-FA7E7049A27B}" dt="2026-02-21T18:30:29.348" v="290" actId="26606"/>
          <ac:spMkLst>
            <pc:docMk/>
            <pc:sldMk cId="770402223" sldId="265"/>
            <ac:spMk id="31" creationId="{E7F94237-0536-4DB1-8C95-39E355CED94B}"/>
          </ac:spMkLst>
        </pc:spChg>
        <pc:spChg chg="add del">
          <ac:chgData name="Sam Joseph" userId="7cea43a9251dcd8e" providerId="LiveId" clId="{D3C85AF4-81A2-47F7-A4EC-FA7E7049A27B}" dt="2026-02-21T18:30:29.348" v="290" actId="26606"/>
          <ac:spMkLst>
            <pc:docMk/>
            <pc:sldMk cId="770402223" sldId="265"/>
            <ac:spMk id="33" creationId="{1A3C89F8-0D2F-47FF-B903-151248265F47}"/>
          </ac:spMkLst>
        </pc:spChg>
        <pc:spChg chg="add del">
          <ac:chgData name="Sam Joseph" userId="7cea43a9251dcd8e" providerId="LiveId" clId="{D3C85AF4-81A2-47F7-A4EC-FA7E7049A27B}" dt="2026-02-21T18:30:29.348" v="290" actId="26606"/>
          <ac:spMkLst>
            <pc:docMk/>
            <pc:sldMk cId="770402223" sldId="265"/>
            <ac:spMk id="39" creationId="{AEA7509D-F04F-40CB-A0B3-EEF16499CC9F}"/>
          </ac:spMkLst>
        </pc:spChg>
        <pc:spChg chg="add del">
          <ac:chgData name="Sam Joseph" userId="7cea43a9251dcd8e" providerId="LiveId" clId="{D3C85AF4-81A2-47F7-A4EC-FA7E7049A27B}" dt="2026-02-21T18:30:29.348" v="290" actId="26606"/>
          <ac:spMkLst>
            <pc:docMk/>
            <pc:sldMk cId="770402223" sldId="265"/>
            <ac:spMk id="43" creationId="{508BEF50-7B1E-49A4-BC19-5F4F1D755E64}"/>
          </ac:spMkLst>
        </pc:spChg>
        <pc:spChg chg="add del">
          <ac:chgData name="Sam Joseph" userId="7cea43a9251dcd8e" providerId="LiveId" clId="{D3C85AF4-81A2-47F7-A4EC-FA7E7049A27B}" dt="2026-02-21T18:30:29.348" v="290" actId="26606"/>
          <ac:spMkLst>
            <pc:docMk/>
            <pc:sldMk cId="770402223" sldId="265"/>
            <ac:spMk id="45" creationId="{3FBAD350-5664-4811-A208-657FB882D350}"/>
          </ac:spMkLst>
        </pc:spChg>
        <pc:spChg chg="add del">
          <ac:chgData name="Sam Joseph" userId="7cea43a9251dcd8e" providerId="LiveId" clId="{D3C85AF4-81A2-47F7-A4EC-FA7E7049A27B}" dt="2026-02-21T18:30:29.348" v="290" actId="26606"/>
          <ac:spMkLst>
            <pc:docMk/>
            <pc:sldMk cId="770402223" sldId="265"/>
            <ac:spMk id="47" creationId="{C39ADB8F-D187-49D7-BDCF-C1B6DC727068}"/>
          </ac:spMkLst>
        </pc:spChg>
        <pc:spChg chg="add del">
          <ac:chgData name="Sam Joseph" userId="7cea43a9251dcd8e" providerId="LiveId" clId="{D3C85AF4-81A2-47F7-A4EC-FA7E7049A27B}" dt="2026-02-21T18:30:47.526" v="294" actId="26606"/>
          <ac:spMkLst>
            <pc:docMk/>
            <pc:sldMk cId="770402223" sldId="265"/>
            <ac:spMk id="49" creationId="{5BF4DF2C-F028-4921-9C23-41303F650A62}"/>
          </ac:spMkLst>
        </pc:spChg>
        <pc:spChg chg="add del">
          <ac:chgData name="Sam Joseph" userId="7cea43a9251dcd8e" providerId="LiveId" clId="{D3C85AF4-81A2-47F7-A4EC-FA7E7049A27B}" dt="2026-02-21T18:30:47.526" v="294" actId="26606"/>
          <ac:spMkLst>
            <pc:docMk/>
            <pc:sldMk cId="770402223" sldId="265"/>
            <ac:spMk id="50" creationId="{158B3569-73B2-4D05-8E95-886A6EE17F1F}"/>
          </ac:spMkLst>
        </pc:spChg>
        <pc:spChg chg="add del">
          <ac:chgData name="Sam Joseph" userId="7cea43a9251dcd8e" providerId="LiveId" clId="{D3C85AF4-81A2-47F7-A4EC-FA7E7049A27B}" dt="2026-02-21T18:32:39.892" v="299" actId="26606"/>
          <ac:spMkLst>
            <pc:docMk/>
            <pc:sldMk cId="770402223" sldId="265"/>
            <ac:spMk id="58" creationId="{E7F94237-0536-4DB1-8C95-39E355CED94B}"/>
          </ac:spMkLst>
        </pc:spChg>
        <pc:spChg chg="del">
          <ac:chgData name="Sam Joseph" userId="7cea43a9251dcd8e" providerId="LiveId" clId="{D3C85AF4-81A2-47F7-A4EC-FA7E7049A27B}" dt="2026-02-21T18:32:39.892" v="299" actId="26606"/>
          <ac:spMkLst>
            <pc:docMk/>
            <pc:sldMk cId="770402223" sldId="265"/>
            <ac:spMk id="60" creationId="{1A3C89F8-0D2F-47FF-B903-151248265F47}"/>
          </ac:spMkLst>
        </pc:spChg>
        <pc:spChg chg="add del">
          <ac:chgData name="Sam Joseph" userId="7cea43a9251dcd8e" providerId="LiveId" clId="{D3C85AF4-81A2-47F7-A4EC-FA7E7049A27B}" dt="2026-02-21T18:32:39.892" v="299" actId="26606"/>
          <ac:spMkLst>
            <pc:docMk/>
            <pc:sldMk cId="770402223" sldId="265"/>
            <ac:spMk id="62" creationId="{C5CB530E-515E-412C-9DF1-5F8FFBD6F383}"/>
          </ac:spMkLst>
        </pc:spChg>
        <pc:spChg chg="add del">
          <ac:chgData name="Sam Joseph" userId="7cea43a9251dcd8e" providerId="LiveId" clId="{D3C85AF4-81A2-47F7-A4EC-FA7E7049A27B}" dt="2026-02-21T18:32:39.892" v="299" actId="26606"/>
          <ac:spMkLst>
            <pc:docMk/>
            <pc:sldMk cId="770402223" sldId="265"/>
            <ac:spMk id="64" creationId="{712D4376-A578-4FF1-94FC-245E7A6A489F}"/>
          </ac:spMkLst>
        </pc:spChg>
        <pc:spChg chg="add del">
          <ac:chgData name="Sam Joseph" userId="7cea43a9251dcd8e" providerId="LiveId" clId="{D3C85AF4-81A2-47F7-A4EC-FA7E7049A27B}" dt="2026-02-21T18:32:39.892" v="299" actId="26606"/>
          <ac:spMkLst>
            <pc:docMk/>
            <pc:sldMk cId="770402223" sldId="265"/>
            <ac:spMk id="66" creationId="{AEA7509D-F04F-40CB-A0B3-EEF16499CC9F}"/>
          </ac:spMkLst>
        </pc:spChg>
        <pc:spChg chg="add del">
          <ac:chgData name="Sam Joseph" userId="7cea43a9251dcd8e" providerId="LiveId" clId="{D3C85AF4-81A2-47F7-A4EC-FA7E7049A27B}" dt="2026-02-21T18:32:39.892" v="299" actId="26606"/>
          <ac:spMkLst>
            <pc:docMk/>
            <pc:sldMk cId="770402223" sldId="265"/>
            <ac:spMk id="70" creationId="{508BEF50-7B1E-49A4-BC19-5F4F1D755E64}"/>
          </ac:spMkLst>
        </pc:spChg>
        <pc:spChg chg="add del">
          <ac:chgData name="Sam Joseph" userId="7cea43a9251dcd8e" providerId="LiveId" clId="{D3C85AF4-81A2-47F7-A4EC-FA7E7049A27B}" dt="2026-02-21T18:32:39.892" v="299" actId="26606"/>
          <ac:spMkLst>
            <pc:docMk/>
            <pc:sldMk cId="770402223" sldId="265"/>
            <ac:spMk id="72" creationId="{3FBAD350-5664-4811-A208-657FB882D350}"/>
          </ac:spMkLst>
        </pc:spChg>
        <pc:spChg chg="add del">
          <ac:chgData name="Sam Joseph" userId="7cea43a9251dcd8e" providerId="LiveId" clId="{D3C85AF4-81A2-47F7-A4EC-FA7E7049A27B}" dt="2026-02-21T18:32:39.892" v="299" actId="26606"/>
          <ac:spMkLst>
            <pc:docMk/>
            <pc:sldMk cId="770402223" sldId="265"/>
            <ac:spMk id="74" creationId="{C39ADB8F-D187-49D7-BDCF-C1B6DC727068}"/>
          </ac:spMkLst>
        </pc:spChg>
        <pc:spChg chg="add del">
          <ac:chgData name="Sam Joseph" userId="7cea43a9251dcd8e" providerId="LiveId" clId="{D3C85AF4-81A2-47F7-A4EC-FA7E7049A27B}" dt="2026-02-21T18:33:19.803" v="306" actId="26606"/>
          <ac:spMkLst>
            <pc:docMk/>
            <pc:sldMk cId="770402223" sldId="265"/>
            <ac:spMk id="79" creationId="{8538EBC2-0B11-4732-8715-799409C4A914}"/>
          </ac:spMkLst>
        </pc:spChg>
        <pc:spChg chg="del">
          <ac:chgData name="Sam Joseph" userId="7cea43a9251dcd8e" providerId="LiveId" clId="{D3C85AF4-81A2-47F7-A4EC-FA7E7049A27B}" dt="2026-02-21T18:33:19.803" v="306" actId="26606"/>
          <ac:spMkLst>
            <pc:docMk/>
            <pc:sldMk cId="770402223" sldId="265"/>
            <ac:spMk id="81" creationId="{CE3C5560-7A9C-489F-9148-18C5E1D0F0B2}"/>
          </ac:spMkLst>
        </pc:spChg>
        <pc:spChg chg="del">
          <ac:chgData name="Sam Joseph" userId="7cea43a9251dcd8e" providerId="LiveId" clId="{D3C85AF4-81A2-47F7-A4EC-FA7E7049A27B}" dt="2026-02-21T18:33:19.803" v="306" actId="26606"/>
          <ac:spMkLst>
            <pc:docMk/>
            <pc:sldMk cId="770402223" sldId="265"/>
            <ac:spMk id="85" creationId="{508BEF50-7B1E-49A4-BC19-5F4F1D755E64}"/>
          </ac:spMkLst>
        </pc:spChg>
        <pc:spChg chg="del">
          <ac:chgData name="Sam Joseph" userId="7cea43a9251dcd8e" providerId="LiveId" clId="{D3C85AF4-81A2-47F7-A4EC-FA7E7049A27B}" dt="2026-02-21T18:33:19.803" v="306" actId="26606"/>
          <ac:spMkLst>
            <pc:docMk/>
            <pc:sldMk cId="770402223" sldId="265"/>
            <ac:spMk id="87" creationId="{3FBAD350-5664-4811-A208-657FB882D350}"/>
          </ac:spMkLst>
        </pc:spChg>
        <pc:spChg chg="add del">
          <ac:chgData name="Sam Joseph" userId="7cea43a9251dcd8e" providerId="LiveId" clId="{D3C85AF4-81A2-47F7-A4EC-FA7E7049A27B}" dt="2026-02-21T18:33:19.803" v="306" actId="26606"/>
          <ac:spMkLst>
            <pc:docMk/>
            <pc:sldMk cId="770402223" sldId="265"/>
            <ac:spMk id="89" creationId="{C39ADB8F-D187-49D7-BDCF-C1B6DC727068}"/>
          </ac:spMkLst>
        </pc:spChg>
        <pc:spChg chg="add">
          <ac:chgData name="Sam Joseph" userId="7cea43a9251dcd8e" providerId="LiveId" clId="{D3C85AF4-81A2-47F7-A4EC-FA7E7049A27B}" dt="2026-02-21T18:33:19.803" v="306" actId="26606"/>
          <ac:spMkLst>
            <pc:docMk/>
            <pc:sldMk cId="770402223" sldId="265"/>
            <ac:spMk id="94" creationId="{8538EBC2-0B11-4732-8715-799409C4A914}"/>
          </ac:spMkLst>
        </pc:spChg>
        <pc:spChg chg="add">
          <ac:chgData name="Sam Joseph" userId="7cea43a9251dcd8e" providerId="LiveId" clId="{D3C85AF4-81A2-47F7-A4EC-FA7E7049A27B}" dt="2026-02-21T18:33:19.803" v="306" actId="26606"/>
          <ac:spMkLst>
            <pc:docMk/>
            <pc:sldMk cId="770402223" sldId="265"/>
            <ac:spMk id="96" creationId="{CE3C5560-7A9C-489F-9148-18C5E1D0F0B2}"/>
          </ac:spMkLst>
        </pc:spChg>
        <pc:spChg chg="add">
          <ac:chgData name="Sam Joseph" userId="7cea43a9251dcd8e" providerId="LiveId" clId="{D3C85AF4-81A2-47F7-A4EC-FA7E7049A27B}" dt="2026-02-21T18:33:19.803" v="306" actId="26606"/>
          <ac:spMkLst>
            <pc:docMk/>
            <pc:sldMk cId="770402223" sldId="265"/>
            <ac:spMk id="100" creationId="{508BEF50-7B1E-49A4-BC19-5F4F1D755E64}"/>
          </ac:spMkLst>
        </pc:spChg>
        <pc:spChg chg="add">
          <ac:chgData name="Sam Joseph" userId="7cea43a9251dcd8e" providerId="LiveId" clId="{D3C85AF4-81A2-47F7-A4EC-FA7E7049A27B}" dt="2026-02-21T18:33:19.803" v="306" actId="26606"/>
          <ac:spMkLst>
            <pc:docMk/>
            <pc:sldMk cId="770402223" sldId="265"/>
            <ac:spMk id="102" creationId="{3FBAD350-5664-4811-A208-657FB882D350}"/>
          </ac:spMkLst>
        </pc:spChg>
        <pc:spChg chg="add">
          <ac:chgData name="Sam Joseph" userId="7cea43a9251dcd8e" providerId="LiveId" clId="{D3C85AF4-81A2-47F7-A4EC-FA7E7049A27B}" dt="2026-02-21T18:33:19.803" v="306" actId="26606"/>
          <ac:spMkLst>
            <pc:docMk/>
            <pc:sldMk cId="770402223" sldId="265"/>
            <ac:spMk id="104" creationId="{C39ADB8F-D187-49D7-BDCF-C1B6DC727068}"/>
          </ac:spMkLst>
        </pc:spChg>
        <pc:picChg chg="add del mod">
          <ac:chgData name="Sam Joseph" userId="7cea43a9251dcd8e" providerId="LiveId" clId="{D3C85AF4-81A2-47F7-A4EC-FA7E7049A27B}" dt="2026-02-21T18:29:57.324" v="287" actId="478"/>
          <ac:picMkLst>
            <pc:docMk/>
            <pc:sldMk cId="770402223" sldId="265"/>
            <ac:picMk id="5" creationId="{0845B42E-43C0-1A4F-8755-8576EF92A635}"/>
          </ac:picMkLst>
        </pc:picChg>
        <pc:picChg chg="add del mod">
          <ac:chgData name="Sam Joseph" userId="7cea43a9251dcd8e" providerId="LiveId" clId="{D3C85AF4-81A2-47F7-A4EC-FA7E7049A27B}" dt="2026-02-21T18:32:50.215" v="301" actId="478"/>
          <ac:picMkLst>
            <pc:docMk/>
            <pc:sldMk cId="770402223" sldId="265"/>
            <ac:picMk id="7" creationId="{506C3918-79FE-86E3-1BB1-11AEB94D4671}"/>
          </ac:picMkLst>
        </pc:picChg>
        <pc:picChg chg="add mod">
          <ac:chgData name="Sam Joseph" userId="7cea43a9251dcd8e" providerId="LiveId" clId="{D3C85AF4-81A2-47F7-A4EC-FA7E7049A27B}" dt="2026-02-21T18:33:16.425" v="305" actId="1076"/>
          <ac:picMkLst>
            <pc:docMk/>
            <pc:sldMk cId="770402223" sldId="265"/>
            <ac:picMk id="9" creationId="{2E8AD4DF-6EA4-92DB-997A-FAA512F41846}"/>
          </ac:picMkLst>
        </pc:picChg>
      </pc:sldChg>
      <pc:sldChg chg="modSp add mod">
        <pc:chgData name="Sam Joseph" userId="7cea43a9251dcd8e" providerId="LiveId" clId="{D3C85AF4-81A2-47F7-A4EC-FA7E7049A27B}" dt="2026-02-21T18:34:44.791" v="317" actId="14826"/>
        <pc:sldMkLst>
          <pc:docMk/>
          <pc:sldMk cId="589071648" sldId="266"/>
        </pc:sldMkLst>
        <pc:spChg chg="mod">
          <ac:chgData name="Sam Joseph" userId="7cea43a9251dcd8e" providerId="LiveId" clId="{D3C85AF4-81A2-47F7-A4EC-FA7E7049A27B}" dt="2026-02-21T18:33:58.472" v="316" actId="20577"/>
          <ac:spMkLst>
            <pc:docMk/>
            <pc:sldMk cId="589071648" sldId="266"/>
            <ac:spMk id="4" creationId="{AD323F84-60DE-0F48-3720-F3BD478DEC0E}"/>
          </ac:spMkLst>
        </pc:spChg>
        <pc:picChg chg="mod">
          <ac:chgData name="Sam Joseph" userId="7cea43a9251dcd8e" providerId="LiveId" clId="{D3C85AF4-81A2-47F7-A4EC-FA7E7049A27B}" dt="2026-02-21T18:34:44.791" v="317" actId="14826"/>
          <ac:picMkLst>
            <pc:docMk/>
            <pc:sldMk cId="589071648" sldId="266"/>
            <ac:picMk id="9" creationId="{211E42E8-0D03-CE67-8DA2-3BFD13DA5A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7C0BD-7D5F-5418-823E-3B200F133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058584-5E96-DD8C-A360-0CEF69F40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9CF9C-CD7C-2843-F770-23B2681DB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F34C-4ED3-486C-8208-94CDE12F9F90}" type="datetimeFigureOut">
              <a:rPr lang="en-IN" smtClean="0"/>
              <a:t>20-02-2026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604DA-63EE-6C32-F2EE-178529655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8AAD5-ED7D-A901-EDA8-A06FE769A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DE6-AA3E-4ABA-BFFE-5FF25D54D37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052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79365-5B3D-874B-B76C-FCDE60A3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6491F-C7DF-ED65-6507-EC44ED330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9FCCA-EA9D-72CC-A501-15F0F877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F34C-4ED3-486C-8208-94CDE12F9F90}" type="datetimeFigureOut">
              <a:rPr lang="en-IN" smtClean="0"/>
              <a:t>20-02-2026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B55CF-076C-E63E-D2F0-E0272D34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E17C-3B2D-3BF6-0A9A-4FC4AD7A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DE6-AA3E-4ABA-BFFE-5FF25D54D37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0896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26851-A4EB-3885-3E26-D8F0F923C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63D0C-161C-DFBE-1232-9C7D88F10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84D69-EEB8-8622-A8F6-DE3B55AA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F34C-4ED3-486C-8208-94CDE12F9F90}" type="datetimeFigureOut">
              <a:rPr lang="en-IN" smtClean="0"/>
              <a:t>20-02-2026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1A44D-1852-38D4-9B37-669B4F0FA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21193-9241-16E2-1AEC-3CBEA666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DE6-AA3E-4ABA-BFFE-5FF25D54D37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343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DDB40-6AEC-8AB1-2C7F-DE9510572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834FE-B77B-916D-4C9E-737B7F9BD7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FD914-1757-59C2-C5A6-61FD63D25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31171-0F2E-6502-1872-E6586562A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F34C-4ED3-486C-8208-94CDE12F9F90}" type="datetimeFigureOut">
              <a:rPr lang="en-IN" smtClean="0"/>
              <a:t>20-02-2026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A5F16-201A-78CE-4E7C-8A1C8CDB1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ACE2D-4961-CE38-8CB4-6B79B5A53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DE6-AA3E-4ABA-BFFE-5FF25D54D37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466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D0B57-E98E-2124-A56F-6A7623AFF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D830B-2D0E-CD2D-0AC8-EC4704BCE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E2300-0BDF-6DA4-3010-58A5FB30A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812AC-51D4-52B2-6B3B-1E524E670A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4BD6A7-7DD4-544F-292D-5CD6B1A4A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41715E-6802-B25B-1EAB-22DC3E6EE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F34C-4ED3-486C-8208-94CDE12F9F90}" type="datetimeFigureOut">
              <a:rPr lang="en-IN" smtClean="0"/>
              <a:t>20-02-2026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C2EC1-CAED-A5ED-38AC-B36519005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EAC6FC-A47D-9065-3A8C-99F8DED3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DE6-AA3E-4ABA-BFFE-5FF25D54D37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164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F8CA-762A-8E0D-9047-75EA539A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EC5964-0B52-0B69-4302-BD9C7CF7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F34C-4ED3-486C-8208-94CDE12F9F90}" type="datetimeFigureOut">
              <a:rPr lang="en-IN" smtClean="0"/>
              <a:t>20-02-2026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2B7A6-8DD5-F2CD-A0DA-5FBC350D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D30F91-7B4F-6459-6F50-882D0F57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DE6-AA3E-4ABA-BFFE-5FF25D54D37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7792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3A39BD-CE22-8696-9366-77143D6BF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F34C-4ED3-486C-8208-94CDE12F9F90}" type="datetimeFigureOut">
              <a:rPr lang="en-IN" smtClean="0"/>
              <a:t>20-02-2026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6A4F6E-5875-CA3E-3728-27373F1D5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DD85D-AA35-9C29-EF36-4FE19C5C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DE6-AA3E-4ABA-BFFE-5FF25D54D37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693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B75BF-8F31-3363-D2F8-333C5B69D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E19F3-D81D-E8CB-1371-0DE305871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7303B-E821-C66A-1E1B-73CA59997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E8DD7-6F16-6F9A-9024-30274E01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F34C-4ED3-486C-8208-94CDE12F9F90}" type="datetimeFigureOut">
              <a:rPr lang="en-IN" smtClean="0"/>
              <a:t>20-02-2026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B30A3-F8A1-2A92-EDB5-9700ED61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438A1-B8F5-BD37-F360-83E63BD15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DE6-AA3E-4ABA-BFFE-5FF25D54D37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385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5436-F4F6-E660-61AB-4907FA6A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95501E-835A-0709-8AC3-6126A127A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3D459-4EC7-0EF2-338B-145FB7B71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3EC1C-31D1-748B-806F-1B126C7F3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F34C-4ED3-486C-8208-94CDE12F9F90}" type="datetimeFigureOut">
              <a:rPr lang="en-IN" smtClean="0"/>
              <a:t>20-02-2026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BDD91-E3A5-868E-AA10-9770AFB0B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1BED0-5267-6977-9CAE-7336B7C37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DE6-AA3E-4ABA-BFFE-5FF25D54D37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849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5C60-C3AB-3838-EAA0-7A4D788D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19888-A66B-E6B8-AEB0-5C524B5E1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52642-C2CA-7EE4-78CD-F6E38F11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F34C-4ED3-486C-8208-94CDE12F9F90}" type="datetimeFigureOut">
              <a:rPr lang="en-IN" smtClean="0"/>
              <a:t>20-02-2026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FD4BB-3D21-1BD5-E69C-C0D66D8D8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FD2FA-4EAD-B733-5194-620E9654F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DE6-AA3E-4ABA-BFFE-5FF25D54D37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578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209FE1-D0EA-F4AE-46E8-B9CDA9F8B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0B4930-84A2-9F0B-E30D-8DC7CC78B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64991-17C6-ECD7-EABF-C3C4EFCEB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F34C-4ED3-486C-8208-94CDE12F9F90}" type="datetimeFigureOut">
              <a:rPr lang="en-IN" smtClean="0"/>
              <a:t>20-02-2026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375DE-1CB4-8ED1-7351-84472DA9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A496B-F43D-3513-0006-8BEB0E053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DE6-AA3E-4ABA-BFFE-5FF25D54D37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480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9119D1-1D63-706A-DFFD-D09BC422E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C1C89-5551-5196-C4A4-3E8F451A7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4FC44-35CE-027B-57EA-3C5E18A5E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BF34C-4ED3-486C-8208-94CDE12F9F90}" type="datetimeFigureOut">
              <a:rPr lang="en-IN" smtClean="0"/>
              <a:t>20-02-2026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51A10-BCD3-13B7-64AB-FE51A5B62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EEDC-CDC3-CE3D-E0E0-946032541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BCDE6-AA3E-4ABA-BFFE-5FF25D54D37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23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AE9FC70-8A26-4CF2-8E04-EBDADB8B8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9CB703-C563-4F1F-BF28-83C06E97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BBF40-8FA0-20D2-A7DA-FAB6E09F5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0" y="583345"/>
            <a:ext cx="5833787" cy="22741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Book Library App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522D3-0D95-776D-6DD3-DD99C61EE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6993" y="3123651"/>
            <a:ext cx="5833787" cy="1811206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Created By Sam Joseph </a:t>
            </a:r>
          </a:p>
          <a:p>
            <a:pPr algn="r"/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Date: 02-20-26</a:t>
            </a:r>
          </a:p>
        </p:txBody>
      </p:sp>
      <p:sp>
        <p:nvSpPr>
          <p:cNvPr id="3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041" y="259737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Magnifying glass">
            <a:extLst>
              <a:ext uri="{FF2B5EF4-FFF2-40B4-BE49-F238E27FC236}">
                <a16:creationId xmlns:a16="http://schemas.microsoft.com/office/drawing/2014/main" id="{1845604C-41A7-7D32-ABBD-080E3EC69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8391" y="2814239"/>
            <a:ext cx="3217333" cy="3217333"/>
          </a:xfrm>
          <a:prstGeom prst="rect">
            <a:avLst/>
          </a:prstGeom>
        </p:spPr>
      </p:pic>
      <p:sp>
        <p:nvSpPr>
          <p:cNvPr id="3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7821" y="282667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9869" y="610939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501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ectangle 260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73895-5029-CBBE-3C73-D1FDE0BD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09128-33DF-B6FF-033E-3B9CD4ACE748}"/>
              </a:ext>
            </a:extLst>
          </p:cNvPr>
          <p:cNvSpPr>
            <a:spLocks noGrp="1"/>
          </p:cNvSpPr>
          <p:nvPr>
            <p:ph type="body"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5792994" y="1590840"/>
            <a:ext cx="5672176" cy="509522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1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Allow users to browse books.</a:t>
            </a:r>
          </a:p>
          <a:p>
            <a:r>
              <a:rPr lang="en-US" sz="41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Enable borrowing and returning</a:t>
            </a:r>
          </a:p>
          <a:p>
            <a:r>
              <a:rPr lang="en-US" sz="41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Reduce manual library work</a:t>
            </a:r>
          </a:p>
          <a:p>
            <a:r>
              <a:rPr lang="en-US" sz="41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Provide a clean, simple interface</a:t>
            </a:r>
          </a:p>
        </p:txBody>
      </p: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924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4155C20-3F0E-4576-8A0B-C345B6231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6A59E9-7164-D6EE-3715-B077F447B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30" y="1598246"/>
            <a:ext cx="4554659" cy="50348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13792-54A4-04E8-0115-9A5A21ABE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92994" y="1590840"/>
            <a:ext cx="5010506" cy="500753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Saves time for librarians</a:t>
            </a:r>
          </a:p>
          <a:p>
            <a:r>
              <a:rPr lang="en-US" sz="3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Reduces errors in book tracking</a:t>
            </a:r>
          </a:p>
          <a:p>
            <a:r>
              <a:rPr lang="en-US" sz="3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Improves user experience</a:t>
            </a:r>
          </a:p>
          <a:p>
            <a:r>
              <a:rPr lang="en-US" sz="3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Make Library operations efficient</a:t>
            </a:r>
          </a:p>
          <a:p>
            <a:r>
              <a:rPr lang="en-US" sz="3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Provides real-time book status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21">
            <a:extLst>
              <a:ext uri="{FF2B5EF4-FFF2-40B4-BE49-F238E27FC236}">
                <a16:creationId xmlns:a16="http://schemas.microsoft.com/office/drawing/2014/main" id="{0BAEB82B-9A6B-4982-B56B-7529C6EA9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3128" y="1731109"/>
            <a:ext cx="139039" cy="136646"/>
          </a:xfrm>
          <a:custGeom>
            <a:avLst/>
            <a:gdLst>
              <a:gd name="connsiteX0" fmla="*/ 129602 w 139039"/>
              <a:gd name="connsiteY0" fmla="*/ 59048 h 136646"/>
              <a:gd name="connsiteX1" fmla="*/ 78957 w 139039"/>
              <a:gd name="connsiteY1" fmla="*/ 59048 h 136646"/>
              <a:gd name="connsiteX2" fmla="*/ 78957 w 139039"/>
              <a:gd name="connsiteY2" fmla="*/ 9275 h 136646"/>
              <a:gd name="connsiteX3" fmla="*/ 69520 w 139039"/>
              <a:gd name="connsiteY3" fmla="*/ 0 h 136646"/>
              <a:gd name="connsiteX4" fmla="*/ 60082 w 139039"/>
              <a:gd name="connsiteY4" fmla="*/ 9275 h 136646"/>
              <a:gd name="connsiteX5" fmla="*/ 60082 w 139039"/>
              <a:gd name="connsiteY5" fmla="*/ 59048 h 136646"/>
              <a:gd name="connsiteX6" fmla="*/ 9437 w 139039"/>
              <a:gd name="connsiteY6" fmla="*/ 59048 h 136646"/>
              <a:gd name="connsiteX7" fmla="*/ 0 w 139039"/>
              <a:gd name="connsiteY7" fmla="*/ 68323 h 136646"/>
              <a:gd name="connsiteX8" fmla="*/ 9437 w 139039"/>
              <a:gd name="connsiteY8" fmla="*/ 77598 h 136646"/>
              <a:gd name="connsiteX9" fmla="*/ 60082 w 139039"/>
              <a:gd name="connsiteY9" fmla="*/ 77598 h 136646"/>
              <a:gd name="connsiteX10" fmla="*/ 60082 w 139039"/>
              <a:gd name="connsiteY10" fmla="*/ 127371 h 136646"/>
              <a:gd name="connsiteX11" fmla="*/ 69520 w 139039"/>
              <a:gd name="connsiteY11" fmla="*/ 136646 h 136646"/>
              <a:gd name="connsiteX12" fmla="*/ 78957 w 139039"/>
              <a:gd name="connsiteY12" fmla="*/ 127371 h 136646"/>
              <a:gd name="connsiteX13" fmla="*/ 78957 w 139039"/>
              <a:gd name="connsiteY13" fmla="*/ 77598 h 136646"/>
              <a:gd name="connsiteX14" fmla="*/ 129602 w 139039"/>
              <a:gd name="connsiteY14" fmla="*/ 77598 h 136646"/>
              <a:gd name="connsiteX15" fmla="*/ 139039 w 139039"/>
              <a:gd name="connsiteY15" fmla="*/ 68323 h 136646"/>
              <a:gd name="connsiteX16" fmla="*/ 129602 w 139039"/>
              <a:gd name="connsiteY16" fmla="*/ 59048 h 13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6646">
                <a:moveTo>
                  <a:pt x="129602" y="59048"/>
                </a:moveTo>
                <a:lnTo>
                  <a:pt x="78957" y="59048"/>
                </a:lnTo>
                <a:lnTo>
                  <a:pt x="78957" y="9275"/>
                </a:lnTo>
                <a:cubicBezTo>
                  <a:pt x="78957" y="4152"/>
                  <a:pt x="74731" y="0"/>
                  <a:pt x="69520" y="0"/>
                </a:cubicBezTo>
                <a:cubicBezTo>
                  <a:pt x="64308" y="0"/>
                  <a:pt x="60082" y="4152"/>
                  <a:pt x="60082" y="9275"/>
                </a:cubicBezTo>
                <a:lnTo>
                  <a:pt x="60082" y="59048"/>
                </a:lnTo>
                <a:lnTo>
                  <a:pt x="9437" y="59048"/>
                </a:lnTo>
                <a:cubicBezTo>
                  <a:pt x="4225" y="59048"/>
                  <a:pt x="0" y="63201"/>
                  <a:pt x="0" y="68323"/>
                </a:cubicBezTo>
                <a:cubicBezTo>
                  <a:pt x="0" y="73445"/>
                  <a:pt x="4225" y="77598"/>
                  <a:pt x="9437" y="77598"/>
                </a:cubicBezTo>
                <a:lnTo>
                  <a:pt x="60082" y="77598"/>
                </a:lnTo>
                <a:lnTo>
                  <a:pt x="60082" y="127371"/>
                </a:lnTo>
                <a:cubicBezTo>
                  <a:pt x="60082" y="132493"/>
                  <a:pt x="64308" y="136646"/>
                  <a:pt x="69520" y="136646"/>
                </a:cubicBezTo>
                <a:cubicBezTo>
                  <a:pt x="74731" y="136646"/>
                  <a:pt x="78957" y="132493"/>
                  <a:pt x="78957" y="127371"/>
                </a:cubicBezTo>
                <a:lnTo>
                  <a:pt x="78957" y="77598"/>
                </a:lnTo>
                <a:lnTo>
                  <a:pt x="129602" y="77598"/>
                </a:lnTo>
                <a:cubicBezTo>
                  <a:pt x="134814" y="77598"/>
                  <a:pt x="139039" y="73445"/>
                  <a:pt x="139039" y="68323"/>
                </a:cubicBezTo>
                <a:cubicBezTo>
                  <a:pt x="139039" y="63201"/>
                  <a:pt x="134814" y="59048"/>
                  <a:pt x="129602" y="59048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" name="Graphic 17">
            <a:extLst>
              <a:ext uri="{FF2B5EF4-FFF2-40B4-BE49-F238E27FC236}">
                <a16:creationId xmlns:a16="http://schemas.microsoft.com/office/drawing/2014/main" id="{FC71CE45-EECF-4555-AD4B-1B3D0D5D1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1908" y="1956458"/>
            <a:ext cx="91138" cy="89570"/>
          </a:xfrm>
          <a:custGeom>
            <a:avLst/>
            <a:gdLst>
              <a:gd name="connsiteX0" fmla="*/ 91138 w 91138"/>
              <a:gd name="connsiteY0" fmla="*/ 44785 h 89570"/>
              <a:gd name="connsiteX1" fmla="*/ 45569 w 91138"/>
              <a:gd name="connsiteY1" fmla="*/ 89570 h 89570"/>
              <a:gd name="connsiteX2" fmla="*/ 0 w 91138"/>
              <a:gd name="connsiteY2" fmla="*/ 44785 h 89570"/>
              <a:gd name="connsiteX3" fmla="*/ 45569 w 91138"/>
              <a:gd name="connsiteY3" fmla="*/ 0 h 89570"/>
              <a:gd name="connsiteX4" fmla="*/ 91138 w 91138"/>
              <a:gd name="connsiteY4" fmla="*/ 44785 h 8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89570">
                <a:moveTo>
                  <a:pt x="91138" y="44785"/>
                </a:moveTo>
                <a:cubicBezTo>
                  <a:pt x="91138" y="69519"/>
                  <a:pt x="70736" y="89570"/>
                  <a:pt x="45569" y="89570"/>
                </a:cubicBezTo>
                <a:cubicBezTo>
                  <a:pt x="20402" y="89570"/>
                  <a:pt x="0" y="69519"/>
                  <a:pt x="0" y="44785"/>
                </a:cubicBezTo>
                <a:cubicBezTo>
                  <a:pt x="0" y="20051"/>
                  <a:pt x="20402" y="0"/>
                  <a:pt x="45569" y="0"/>
                </a:cubicBezTo>
                <a:cubicBezTo>
                  <a:pt x="70736" y="0"/>
                  <a:pt x="91138" y="20051"/>
                  <a:pt x="91138" y="44785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Graphic 22">
            <a:extLst>
              <a:ext uri="{FF2B5EF4-FFF2-40B4-BE49-F238E27FC236}">
                <a16:creationId xmlns:a16="http://schemas.microsoft.com/office/drawing/2014/main" id="{53AA89D1-0C70-46BB-8E35-5722A4B18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7588" y="2177021"/>
            <a:ext cx="127714" cy="125516"/>
          </a:xfrm>
          <a:custGeom>
            <a:avLst/>
            <a:gdLst>
              <a:gd name="connsiteX0" fmla="*/ 63857 w 127714"/>
              <a:gd name="connsiteY0" fmla="*/ 18549 h 125516"/>
              <a:gd name="connsiteX1" fmla="*/ 108840 w 127714"/>
              <a:gd name="connsiteY1" fmla="*/ 62758 h 125516"/>
              <a:gd name="connsiteX2" fmla="*/ 63857 w 127714"/>
              <a:gd name="connsiteY2" fmla="*/ 106967 h 125516"/>
              <a:gd name="connsiteX3" fmla="*/ 18874 w 127714"/>
              <a:gd name="connsiteY3" fmla="*/ 62758 h 125516"/>
              <a:gd name="connsiteX4" fmla="*/ 63857 w 127714"/>
              <a:gd name="connsiteY4" fmla="*/ 18549 h 125516"/>
              <a:gd name="connsiteX5" fmla="*/ 63857 w 127714"/>
              <a:gd name="connsiteY5" fmla="*/ 0 h 125516"/>
              <a:gd name="connsiteX6" fmla="*/ 0 w 127714"/>
              <a:gd name="connsiteY6" fmla="*/ 62758 h 125516"/>
              <a:gd name="connsiteX7" fmla="*/ 63857 w 127714"/>
              <a:gd name="connsiteY7" fmla="*/ 125516 h 125516"/>
              <a:gd name="connsiteX8" fmla="*/ 127714 w 127714"/>
              <a:gd name="connsiteY8" fmla="*/ 62758 h 125516"/>
              <a:gd name="connsiteX9" fmla="*/ 63857 w 127714"/>
              <a:gd name="connsiteY9" fmla="*/ 0 h 12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5516">
                <a:moveTo>
                  <a:pt x="63857" y="18549"/>
                </a:moveTo>
                <a:cubicBezTo>
                  <a:pt x="88700" y="18549"/>
                  <a:pt x="108840" y="38342"/>
                  <a:pt x="108840" y="62758"/>
                </a:cubicBezTo>
                <a:cubicBezTo>
                  <a:pt x="108840" y="87174"/>
                  <a:pt x="88700" y="106967"/>
                  <a:pt x="63857" y="106967"/>
                </a:cubicBezTo>
                <a:cubicBezTo>
                  <a:pt x="39014" y="106967"/>
                  <a:pt x="18874" y="87174"/>
                  <a:pt x="18874" y="62758"/>
                </a:cubicBezTo>
                <a:cubicBezTo>
                  <a:pt x="18898" y="38352"/>
                  <a:pt x="39024" y="18573"/>
                  <a:pt x="63857" y="18549"/>
                </a:cubicBezTo>
                <a:moveTo>
                  <a:pt x="63857" y="0"/>
                </a:moveTo>
                <a:cubicBezTo>
                  <a:pt x="28590" y="0"/>
                  <a:pt x="0" y="28098"/>
                  <a:pt x="0" y="62758"/>
                </a:cubicBezTo>
                <a:cubicBezTo>
                  <a:pt x="0" y="97418"/>
                  <a:pt x="28590" y="125516"/>
                  <a:pt x="63857" y="125516"/>
                </a:cubicBezTo>
                <a:cubicBezTo>
                  <a:pt x="99124" y="125516"/>
                  <a:pt x="127714" y="97418"/>
                  <a:pt x="127714" y="62758"/>
                </a:cubicBezTo>
                <a:cubicBezTo>
                  <a:pt x="127714" y="28098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703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C9D1EE-B6E6-4AB8-A1DB-EFACAF0E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F4155C20-3F0E-4576-8A0B-C345B6231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Books stacked on a table">
            <a:extLst>
              <a:ext uri="{FF2B5EF4-FFF2-40B4-BE49-F238E27FC236}">
                <a16:creationId xmlns:a16="http://schemas.microsoft.com/office/drawing/2014/main" id="{E1A46FE2-82E9-5EA7-F548-3D66A4EF8C9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15730"/>
          <a:stretch>
            <a:fillRect/>
          </a:stretch>
        </p:blipFill>
        <p:spPr>
          <a:xfrm>
            <a:off x="19" y="224937"/>
            <a:ext cx="12191981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A69664-068F-6457-42AD-8FA913D8E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30" y="1598246"/>
            <a:ext cx="4554659" cy="50348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dirty="0">
                <a:solidFill>
                  <a:srgbClr val="FFFFFF"/>
                </a:solidFill>
              </a:rPr>
              <a:t>Problems the App Solves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B2BFC-6422-078E-051A-6BF0744E3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92994" y="1590840"/>
            <a:ext cx="5010506" cy="500753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Manual tracking is slow</a:t>
            </a:r>
          </a:p>
          <a:p>
            <a:r>
              <a:rPr lang="en-US" sz="4100" dirty="0">
                <a:solidFill>
                  <a:srgbClr val="FFFFFF"/>
                </a:solidFill>
              </a:rPr>
              <a:t>Hard to know which books are free</a:t>
            </a:r>
          </a:p>
          <a:p>
            <a:r>
              <a:rPr lang="en-US" sz="4100" dirty="0">
                <a:solidFill>
                  <a:srgbClr val="FFFFFF"/>
                </a:solidFill>
              </a:rPr>
              <a:t>Borrow/return records get lost</a:t>
            </a:r>
          </a:p>
          <a:p>
            <a:r>
              <a:rPr lang="en-US" sz="4100" dirty="0">
                <a:solidFill>
                  <a:srgbClr val="FFFFFF"/>
                </a:solidFill>
              </a:rPr>
              <a:t>No centralized system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raphic 21">
            <a:extLst>
              <a:ext uri="{FF2B5EF4-FFF2-40B4-BE49-F238E27FC236}">
                <a16:creationId xmlns:a16="http://schemas.microsoft.com/office/drawing/2014/main" id="{0BAEB82B-9A6B-4982-B56B-7529C6EA9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3128" y="1731109"/>
            <a:ext cx="139039" cy="136646"/>
          </a:xfrm>
          <a:custGeom>
            <a:avLst/>
            <a:gdLst>
              <a:gd name="connsiteX0" fmla="*/ 129602 w 139039"/>
              <a:gd name="connsiteY0" fmla="*/ 59048 h 136646"/>
              <a:gd name="connsiteX1" fmla="*/ 78957 w 139039"/>
              <a:gd name="connsiteY1" fmla="*/ 59048 h 136646"/>
              <a:gd name="connsiteX2" fmla="*/ 78957 w 139039"/>
              <a:gd name="connsiteY2" fmla="*/ 9275 h 136646"/>
              <a:gd name="connsiteX3" fmla="*/ 69520 w 139039"/>
              <a:gd name="connsiteY3" fmla="*/ 0 h 136646"/>
              <a:gd name="connsiteX4" fmla="*/ 60082 w 139039"/>
              <a:gd name="connsiteY4" fmla="*/ 9275 h 136646"/>
              <a:gd name="connsiteX5" fmla="*/ 60082 w 139039"/>
              <a:gd name="connsiteY5" fmla="*/ 59048 h 136646"/>
              <a:gd name="connsiteX6" fmla="*/ 9437 w 139039"/>
              <a:gd name="connsiteY6" fmla="*/ 59048 h 136646"/>
              <a:gd name="connsiteX7" fmla="*/ 0 w 139039"/>
              <a:gd name="connsiteY7" fmla="*/ 68323 h 136646"/>
              <a:gd name="connsiteX8" fmla="*/ 9437 w 139039"/>
              <a:gd name="connsiteY8" fmla="*/ 77598 h 136646"/>
              <a:gd name="connsiteX9" fmla="*/ 60082 w 139039"/>
              <a:gd name="connsiteY9" fmla="*/ 77598 h 136646"/>
              <a:gd name="connsiteX10" fmla="*/ 60082 w 139039"/>
              <a:gd name="connsiteY10" fmla="*/ 127371 h 136646"/>
              <a:gd name="connsiteX11" fmla="*/ 69520 w 139039"/>
              <a:gd name="connsiteY11" fmla="*/ 136646 h 136646"/>
              <a:gd name="connsiteX12" fmla="*/ 78957 w 139039"/>
              <a:gd name="connsiteY12" fmla="*/ 127371 h 136646"/>
              <a:gd name="connsiteX13" fmla="*/ 78957 w 139039"/>
              <a:gd name="connsiteY13" fmla="*/ 77598 h 136646"/>
              <a:gd name="connsiteX14" fmla="*/ 129602 w 139039"/>
              <a:gd name="connsiteY14" fmla="*/ 77598 h 136646"/>
              <a:gd name="connsiteX15" fmla="*/ 139039 w 139039"/>
              <a:gd name="connsiteY15" fmla="*/ 68323 h 136646"/>
              <a:gd name="connsiteX16" fmla="*/ 129602 w 139039"/>
              <a:gd name="connsiteY16" fmla="*/ 59048 h 13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6646">
                <a:moveTo>
                  <a:pt x="129602" y="59048"/>
                </a:moveTo>
                <a:lnTo>
                  <a:pt x="78957" y="59048"/>
                </a:lnTo>
                <a:lnTo>
                  <a:pt x="78957" y="9275"/>
                </a:lnTo>
                <a:cubicBezTo>
                  <a:pt x="78957" y="4152"/>
                  <a:pt x="74731" y="0"/>
                  <a:pt x="69520" y="0"/>
                </a:cubicBezTo>
                <a:cubicBezTo>
                  <a:pt x="64308" y="0"/>
                  <a:pt x="60082" y="4152"/>
                  <a:pt x="60082" y="9275"/>
                </a:cubicBezTo>
                <a:lnTo>
                  <a:pt x="60082" y="59048"/>
                </a:lnTo>
                <a:lnTo>
                  <a:pt x="9437" y="59048"/>
                </a:lnTo>
                <a:cubicBezTo>
                  <a:pt x="4225" y="59048"/>
                  <a:pt x="0" y="63201"/>
                  <a:pt x="0" y="68323"/>
                </a:cubicBezTo>
                <a:cubicBezTo>
                  <a:pt x="0" y="73445"/>
                  <a:pt x="4225" y="77598"/>
                  <a:pt x="9437" y="77598"/>
                </a:cubicBezTo>
                <a:lnTo>
                  <a:pt x="60082" y="77598"/>
                </a:lnTo>
                <a:lnTo>
                  <a:pt x="60082" y="127371"/>
                </a:lnTo>
                <a:cubicBezTo>
                  <a:pt x="60082" y="132493"/>
                  <a:pt x="64308" y="136646"/>
                  <a:pt x="69520" y="136646"/>
                </a:cubicBezTo>
                <a:cubicBezTo>
                  <a:pt x="74731" y="136646"/>
                  <a:pt x="78957" y="132493"/>
                  <a:pt x="78957" y="127371"/>
                </a:cubicBezTo>
                <a:lnTo>
                  <a:pt x="78957" y="77598"/>
                </a:lnTo>
                <a:lnTo>
                  <a:pt x="129602" y="77598"/>
                </a:lnTo>
                <a:cubicBezTo>
                  <a:pt x="134814" y="77598"/>
                  <a:pt x="139039" y="73445"/>
                  <a:pt x="139039" y="68323"/>
                </a:cubicBezTo>
                <a:cubicBezTo>
                  <a:pt x="139039" y="63201"/>
                  <a:pt x="134814" y="59048"/>
                  <a:pt x="129602" y="59048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raphic 17">
            <a:extLst>
              <a:ext uri="{FF2B5EF4-FFF2-40B4-BE49-F238E27FC236}">
                <a16:creationId xmlns:a16="http://schemas.microsoft.com/office/drawing/2014/main" id="{FC71CE45-EECF-4555-AD4B-1B3D0D5D1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1908" y="1956458"/>
            <a:ext cx="91138" cy="89570"/>
          </a:xfrm>
          <a:custGeom>
            <a:avLst/>
            <a:gdLst>
              <a:gd name="connsiteX0" fmla="*/ 91138 w 91138"/>
              <a:gd name="connsiteY0" fmla="*/ 44785 h 89570"/>
              <a:gd name="connsiteX1" fmla="*/ 45569 w 91138"/>
              <a:gd name="connsiteY1" fmla="*/ 89570 h 89570"/>
              <a:gd name="connsiteX2" fmla="*/ 0 w 91138"/>
              <a:gd name="connsiteY2" fmla="*/ 44785 h 89570"/>
              <a:gd name="connsiteX3" fmla="*/ 45569 w 91138"/>
              <a:gd name="connsiteY3" fmla="*/ 0 h 89570"/>
              <a:gd name="connsiteX4" fmla="*/ 91138 w 91138"/>
              <a:gd name="connsiteY4" fmla="*/ 44785 h 8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89570">
                <a:moveTo>
                  <a:pt x="91138" y="44785"/>
                </a:moveTo>
                <a:cubicBezTo>
                  <a:pt x="91138" y="69519"/>
                  <a:pt x="70736" y="89570"/>
                  <a:pt x="45569" y="89570"/>
                </a:cubicBezTo>
                <a:cubicBezTo>
                  <a:pt x="20402" y="89570"/>
                  <a:pt x="0" y="69519"/>
                  <a:pt x="0" y="44785"/>
                </a:cubicBezTo>
                <a:cubicBezTo>
                  <a:pt x="0" y="20051"/>
                  <a:pt x="20402" y="0"/>
                  <a:pt x="45569" y="0"/>
                </a:cubicBezTo>
                <a:cubicBezTo>
                  <a:pt x="70736" y="0"/>
                  <a:pt x="91138" y="20051"/>
                  <a:pt x="91138" y="44785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raphic 22">
            <a:extLst>
              <a:ext uri="{FF2B5EF4-FFF2-40B4-BE49-F238E27FC236}">
                <a16:creationId xmlns:a16="http://schemas.microsoft.com/office/drawing/2014/main" id="{53AA89D1-0C70-46BB-8E35-5722A4B18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7588" y="2177021"/>
            <a:ext cx="127714" cy="125516"/>
          </a:xfrm>
          <a:custGeom>
            <a:avLst/>
            <a:gdLst>
              <a:gd name="connsiteX0" fmla="*/ 63857 w 127714"/>
              <a:gd name="connsiteY0" fmla="*/ 18549 h 125516"/>
              <a:gd name="connsiteX1" fmla="*/ 108840 w 127714"/>
              <a:gd name="connsiteY1" fmla="*/ 62758 h 125516"/>
              <a:gd name="connsiteX2" fmla="*/ 63857 w 127714"/>
              <a:gd name="connsiteY2" fmla="*/ 106967 h 125516"/>
              <a:gd name="connsiteX3" fmla="*/ 18874 w 127714"/>
              <a:gd name="connsiteY3" fmla="*/ 62758 h 125516"/>
              <a:gd name="connsiteX4" fmla="*/ 63857 w 127714"/>
              <a:gd name="connsiteY4" fmla="*/ 18549 h 125516"/>
              <a:gd name="connsiteX5" fmla="*/ 63857 w 127714"/>
              <a:gd name="connsiteY5" fmla="*/ 0 h 125516"/>
              <a:gd name="connsiteX6" fmla="*/ 0 w 127714"/>
              <a:gd name="connsiteY6" fmla="*/ 62758 h 125516"/>
              <a:gd name="connsiteX7" fmla="*/ 63857 w 127714"/>
              <a:gd name="connsiteY7" fmla="*/ 125516 h 125516"/>
              <a:gd name="connsiteX8" fmla="*/ 127714 w 127714"/>
              <a:gd name="connsiteY8" fmla="*/ 62758 h 125516"/>
              <a:gd name="connsiteX9" fmla="*/ 63857 w 127714"/>
              <a:gd name="connsiteY9" fmla="*/ 0 h 12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5516">
                <a:moveTo>
                  <a:pt x="63857" y="18549"/>
                </a:moveTo>
                <a:cubicBezTo>
                  <a:pt x="88700" y="18549"/>
                  <a:pt x="108840" y="38342"/>
                  <a:pt x="108840" y="62758"/>
                </a:cubicBezTo>
                <a:cubicBezTo>
                  <a:pt x="108840" y="87174"/>
                  <a:pt x="88700" y="106967"/>
                  <a:pt x="63857" y="106967"/>
                </a:cubicBezTo>
                <a:cubicBezTo>
                  <a:pt x="39014" y="106967"/>
                  <a:pt x="18874" y="87174"/>
                  <a:pt x="18874" y="62758"/>
                </a:cubicBezTo>
                <a:cubicBezTo>
                  <a:pt x="18898" y="38352"/>
                  <a:pt x="39024" y="18573"/>
                  <a:pt x="63857" y="18549"/>
                </a:cubicBezTo>
                <a:moveTo>
                  <a:pt x="63857" y="0"/>
                </a:moveTo>
                <a:cubicBezTo>
                  <a:pt x="28590" y="0"/>
                  <a:pt x="0" y="28098"/>
                  <a:pt x="0" y="62758"/>
                </a:cubicBezTo>
                <a:cubicBezTo>
                  <a:pt x="0" y="97418"/>
                  <a:pt x="28590" y="125516"/>
                  <a:pt x="63857" y="125516"/>
                </a:cubicBezTo>
                <a:cubicBezTo>
                  <a:pt x="99124" y="125516"/>
                  <a:pt x="127714" y="97418"/>
                  <a:pt x="127714" y="62758"/>
                </a:cubicBezTo>
                <a:cubicBezTo>
                  <a:pt x="127714" y="28098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1099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66F24-DBE5-2193-D156-657F479C6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UI Screens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2BD4F-084F-B35C-87DD-82DB9B3C3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92994" y="1590840"/>
            <a:ext cx="5672176" cy="5095221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US" sz="41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Login (Unprotected)</a:t>
            </a:r>
          </a:p>
          <a:p>
            <a:r>
              <a:rPr lang="en-US" sz="41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Register (Unprotected)</a:t>
            </a:r>
          </a:p>
          <a:p>
            <a:r>
              <a:rPr lang="en-US" sz="41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Dashboard (Protected)</a:t>
            </a:r>
          </a:p>
          <a:p>
            <a:r>
              <a:rPr lang="en-US" sz="41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Book List (Protected)</a:t>
            </a:r>
          </a:p>
          <a:p>
            <a:r>
              <a:rPr lang="en-US" sz="41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Book Details (Protected)</a:t>
            </a:r>
          </a:p>
          <a:p>
            <a:r>
              <a:rPr lang="en-US" sz="41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Add/ delete or edit Book (Protected)</a:t>
            </a:r>
          </a:p>
          <a:p>
            <a:r>
              <a:rPr lang="en-US" sz="41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Borrow/Return (Protected)</a:t>
            </a:r>
          </a:p>
          <a:p>
            <a:r>
              <a:rPr lang="en-US" sz="4100" dirty="0">
                <a:solidFill>
                  <a:srgbClr val="FFFFFF"/>
                </a:solidFill>
              </a:rPr>
              <a:t>About the App </a:t>
            </a:r>
            <a:r>
              <a:rPr lang="en-US" sz="4100">
                <a:solidFill>
                  <a:srgbClr val="FFFFFF"/>
                </a:solidFill>
              </a:rPr>
              <a:t>(Unprotected)</a:t>
            </a:r>
            <a:endParaRPr lang="en-US" sz="41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53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8538EBC2-0B11-4732-8715-799409C4A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E3C5560-7A9C-489F-9148-18C5E1D0F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1C5FD-E3EC-909E-0D8E-C14DB29CA96D}"/>
              </a:ext>
            </a:extLst>
          </p:cNvPr>
          <p:cNvSpPr txBox="1"/>
          <p:nvPr/>
        </p:nvSpPr>
        <p:spPr>
          <a:xfrm>
            <a:off x="1578043" y="590062"/>
            <a:ext cx="5309140" cy="28389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  Dashboard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E8AD4DF-6EA4-92DB-997A-FAA512F41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411" y="2501250"/>
            <a:ext cx="4038624" cy="3675147"/>
          </a:xfrm>
          <a:prstGeom prst="rect">
            <a:avLst/>
          </a:prstGeom>
        </p:spPr>
      </p:pic>
      <p:sp>
        <p:nvSpPr>
          <p:cNvPr id="10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0768" y="229592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9518" y="2756007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4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8003" y="634483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402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D3F85-C3DB-D1B1-74FC-1B38DF79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2DA5FEFF-63FD-6FEE-4A9C-6AC52E558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EB63932-7936-DBA1-D26A-4567AAA64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23F84-60DE-0F48-3720-F3BD478DEC0E}"/>
              </a:ext>
            </a:extLst>
          </p:cNvPr>
          <p:cNvSpPr txBox="1"/>
          <p:nvPr/>
        </p:nvSpPr>
        <p:spPr>
          <a:xfrm>
            <a:off x="1578043" y="590062"/>
            <a:ext cx="5309140" cy="28389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Staff</a:t>
            </a:r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Dashboard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3C70D07-A908-CB9D-6C27-B7126AD55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11E42E8-0D03-CE67-8DA2-3BFD13DA5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54411" y="3148633"/>
            <a:ext cx="4038624" cy="2380381"/>
          </a:xfrm>
          <a:prstGeom prst="rect">
            <a:avLst/>
          </a:prstGeom>
        </p:spPr>
      </p:pic>
      <p:sp>
        <p:nvSpPr>
          <p:cNvPr id="100" name="Graphic 22">
            <a:extLst>
              <a:ext uri="{FF2B5EF4-FFF2-40B4-BE49-F238E27FC236}">
                <a16:creationId xmlns:a16="http://schemas.microsoft.com/office/drawing/2014/main" id="{2546A809-EEE1-2331-AF5C-BF057EC52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0768" y="229592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2" name="Graphic 23">
            <a:extLst>
              <a:ext uri="{FF2B5EF4-FFF2-40B4-BE49-F238E27FC236}">
                <a16:creationId xmlns:a16="http://schemas.microsoft.com/office/drawing/2014/main" id="{F290ABFF-B3DD-3B32-40B7-DD0EB236D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9518" y="2756007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4" name="Graphic 21">
            <a:extLst>
              <a:ext uri="{FF2B5EF4-FFF2-40B4-BE49-F238E27FC236}">
                <a16:creationId xmlns:a16="http://schemas.microsoft.com/office/drawing/2014/main" id="{8F24D00F-8754-C2CE-DED8-9544E351C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8003" y="634483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071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11984-3C88-4E91-09B7-CA7C87A0F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989" y="554507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Login Screen</a:t>
            </a:r>
            <a:b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Email:	      [_______]</a:t>
            </a:r>
            <a:b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Password: [_______]</a:t>
            </a:r>
            <a:b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[Login Button]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DA1A6-D997-F318-6E79-6A3065500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276" y="5728390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Don’t have an account? Register</a:t>
            </a:r>
          </a:p>
        </p:txBody>
      </p:sp>
      <p:sp>
        <p:nvSpPr>
          <p:cNvPr id="3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102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7FE49-AE2A-C3D5-C52E-34954E447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2542" y="722384"/>
            <a:ext cx="9835995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</a:rPr>
              <a:t>App Flow by Role </a:t>
            </a:r>
            <a:endParaRPr lang="en-IN" sz="8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36201-81EF-B5AD-2FA0-C6E7038CC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7493" y="3676538"/>
            <a:ext cx="9476661" cy="149953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Users - 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[Login] </a:t>
            </a:r>
            <a:r>
              <a:rPr lang="en-US" dirty="0">
                <a:solidFill>
                  <a:srgbClr val="FFFFFF"/>
                </a:solidFill>
                <a:sym typeface="Wingdings" panose="05000000000000000000" pitchFamily="2" charset="2"/>
              </a:rPr>
              <a:t> [Dashboard]  [Book List]  [Book Details]  [Borrow]</a:t>
            </a:r>
          </a:p>
          <a:p>
            <a:pPr algn="l"/>
            <a:r>
              <a:rPr lang="en-IN" dirty="0">
                <a:solidFill>
                  <a:srgbClr val="FFFFFF"/>
                </a:solidFill>
                <a:sym typeface="Wingdings" panose="05000000000000000000" pitchFamily="2" charset="2"/>
              </a:rPr>
              <a:t>Staff-</a:t>
            </a:r>
          </a:p>
          <a:p>
            <a:pPr algn="l"/>
            <a:r>
              <a:rPr lang="en-IN" dirty="0">
                <a:solidFill>
                  <a:srgbClr val="FFFFFF"/>
                </a:solidFill>
                <a:sym typeface="Wingdings" panose="05000000000000000000" pitchFamily="2" charset="2"/>
              </a:rPr>
              <a:t>[login  [Dashboard]  [Book List]  [Add/Delete Books]/ [Edit Book details]</a:t>
            </a:r>
            <a:endParaRPr lang="en-US" dirty="0">
              <a:solidFill>
                <a:srgbClr val="FFFFFF"/>
              </a:solidFill>
              <a:sym typeface="Wingdings" panose="05000000000000000000" pitchFamily="2" charset="2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11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12EBCD-0272-1851-BC5A-EA63ADDB6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7400">
                <a:solidFill>
                  <a:srgbClr val="FFFFFF"/>
                </a:solidFill>
              </a:rPr>
              <a:t>Database Design</a:t>
            </a:r>
            <a:endParaRPr lang="en-IN" sz="74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1935-CFDF-326A-879E-C4EB0D4F9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Database Schema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Users</a:t>
            </a:r>
          </a:p>
          <a:p>
            <a:pPr lvl="2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Id</a:t>
            </a:r>
          </a:p>
          <a:p>
            <a:pPr lvl="2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Name</a:t>
            </a:r>
          </a:p>
          <a:p>
            <a:pPr lvl="2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Email</a:t>
            </a:r>
          </a:p>
          <a:p>
            <a:pPr lvl="2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passwordHash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Books</a:t>
            </a:r>
          </a:p>
          <a:p>
            <a:pPr lvl="2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Id</a:t>
            </a:r>
          </a:p>
          <a:p>
            <a:pPr lvl="2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Title</a:t>
            </a:r>
          </a:p>
          <a:p>
            <a:pPr lvl="2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Author</a:t>
            </a:r>
          </a:p>
          <a:p>
            <a:pPr lvl="2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genre</a:t>
            </a:r>
          </a:p>
          <a:p>
            <a:pPr lvl="2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status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BorrowRecords</a:t>
            </a:r>
          </a:p>
          <a:p>
            <a:pPr lvl="2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id</a:t>
            </a:r>
          </a:p>
          <a:p>
            <a:pPr lvl="2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userId</a:t>
            </a:r>
          </a:p>
          <a:p>
            <a:pPr lvl="2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bookId</a:t>
            </a:r>
          </a:p>
          <a:p>
            <a:pPr lvl="2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borrowedAt</a:t>
            </a:r>
          </a:p>
          <a:p>
            <a:pPr lvl="2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returnedAt</a:t>
            </a:r>
            <a:endParaRPr lang="en-IN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005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</TotalTime>
  <Words>223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Wingdings</vt:lpstr>
      <vt:lpstr>Office Theme</vt:lpstr>
      <vt:lpstr>Book Library App</vt:lpstr>
      <vt:lpstr>Goal</vt:lpstr>
      <vt:lpstr>Business Value</vt:lpstr>
      <vt:lpstr>Problems the App Solves</vt:lpstr>
      <vt:lpstr>UI Screens</vt:lpstr>
      <vt:lpstr>PowerPoint Presentation</vt:lpstr>
      <vt:lpstr>PowerPoint Presentation</vt:lpstr>
      <vt:lpstr>Login Screen  Email:       [_______] Password: [_______]  [Login Button]</vt:lpstr>
      <vt:lpstr>App Flow by Role </vt:lpstr>
      <vt:lpstr>Database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Joseph</dc:creator>
  <cp:lastModifiedBy>Sam Joseph</cp:lastModifiedBy>
  <cp:revision>1</cp:revision>
  <dcterms:created xsi:type="dcterms:W3CDTF">2026-02-20T16:35:58Z</dcterms:created>
  <dcterms:modified xsi:type="dcterms:W3CDTF">2026-02-21T18:34:58Z</dcterms:modified>
</cp:coreProperties>
</file>